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picks up where Core 1 left off. Everything today works in Copilot Chat or ChatGPT Edu by pasting text or uploading a file. Drexel does not have the Microsoft 365 Copilot license, so there is no Copilot button inside Word or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goals. The real one: leave with one task set up as a routine and one saved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of hands: who tried a task after Core 1? Take one or two examples. If few did, say so lightly: "Today you leave with two tasks set up."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frame it, AI drafts the middle, you finish it. The middle is where the weekly hours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gold quadrant: frequent and low-stakes is where to start. Ask the room to name one task that fits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take pasted text or an uploaded file. Use whichever you like. If asked about Copilot inside Word or Excel: Drexel does not have that license, and you do not need it. In Outlook, the Summarize button at the top of a thread works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rule as Core 1. Drexel lists Copilot Chat (signed in) as approved for High Risk Data, but for this session keep the simple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draft through the three diamonds. Verified: names, dates, numbers. Disclosed: official, research, or external work. Yours: does it say what you mean? Any "no" sends it back. Core 4 covers this in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Applies to numbers as much as citations. If you cannot trace it to a source you opened, it does not go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each step on the projector and pause. Ask for a thumbs-up after the upload step; that is where people get stuck. No shield icon: they are signed in with a personal Microsoft account. Upload fails: open the file and paste the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people to pick within one minute. Leave the slide for the most popular job on screen while they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one sentence of the plain-language rewrite aloud and check a fact against the original. The Next Steps are invented by the AI; fine for a draft, and exactly why you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accreditation crosswalk was flagged and put on the September agenda, with no owner. Ask: decision, action item, or open question? Summaries often file it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of 30 rows are over $12 per attendee (Oct EOH and HMP; Dec EOH and HMP; Jan HMP; all three in June). Nov HMP is exactly $12.00: a formula with &gt; will not flag it, &gt;= will. Check the formula, not just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two or three rounds of follow-ups. Make sure everyone saves at least one recipe in a "My prompts" document before leaving; Core 3 builds on these. For the abstracts fallback, check the confidence intervals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recipes before Core 3. Point to the feedback form at the bottom of the workshop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" y="859536"/>
            <a:ext cx="4480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39596" y="987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Drexel University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39596" y="1417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624560" y="914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Department of Environmental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&amp; Occupational Health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28700" y="40690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C6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AI WORKSHOPS FOR DSPH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4434840"/>
            <a:ext cx="1623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Enhancement</a:t>
            </a:r>
            <a:endParaRPr lang="en-US" sz="8900" dirty="0"/>
          </a:p>
        </p:txBody>
      </p:sp>
      <p:sp>
        <p:nvSpPr>
          <p:cNvPr id="8" name="Shape 6"/>
          <p:cNvSpPr/>
          <p:nvPr/>
        </p:nvSpPr>
        <p:spPr>
          <a:xfrm>
            <a:off x="1028700" y="603504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8700" y="6400800"/>
            <a:ext cx="1417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7D2D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Turn tasks you do every week into quick routines with ChatGPT Edu and Copilot Chat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8686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Alex Quistberg, PhD, MPH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90708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FB3CC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Associate Research Professor · Department of Environmental &amp; Occupational Health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90708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dirty="0">
                <a:solidFill>
                  <a:srgbClr val="9FB3CC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Core 2 · Fall 2026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" y="8686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WHAT YOU'LL LEAVE WITH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28700" y="1188720"/>
            <a:ext cx="1623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Goals</a:t>
            </a:r>
            <a:endParaRPr lang="en-US" sz="5500" dirty="0"/>
          </a:p>
        </p:txBody>
      </p:sp>
      <p:sp>
        <p:nvSpPr>
          <p:cNvPr id="4" name="Shape 2"/>
          <p:cNvSpPr/>
          <p:nvPr/>
        </p:nvSpPr>
        <p:spPr>
          <a:xfrm>
            <a:off x="1028700" y="210312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9646920"/>
            <a:ext cx="16230600" cy="0"/>
          </a:xfrm>
          <a:prstGeom prst="line">
            <a:avLst/>
          </a:prstGeom>
          <a:noFill/>
          <a:ln w="9525">
            <a:solidFill>
              <a:srgbClr val="D0D3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441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28700" y="3017520"/>
            <a:ext cx="502920" cy="502920"/>
          </a:xfrm>
          <a:prstGeom prst="ellipse">
            <a:avLst/>
          </a:prstGeom>
          <a:solidFill>
            <a:srgbClr val="FFC6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287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05940" y="3017520"/>
            <a:ext cx="1545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Pick a weekly task where AI can save you time.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028700" y="3886200"/>
            <a:ext cx="502920" cy="502920"/>
          </a:xfrm>
          <a:prstGeom prst="ellipse">
            <a:avLst/>
          </a:prstGeom>
          <a:solidFill>
            <a:srgbClr val="FFC6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287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805940" y="3886200"/>
            <a:ext cx="1545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Get a document, email, or spreadsheet into Copilot Chat or ChatGPT Edu.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1028700" y="4754880"/>
            <a:ext cx="502920" cy="502920"/>
          </a:xfrm>
          <a:prstGeom prst="ellipse">
            <a:avLst/>
          </a:prstGeom>
          <a:solidFill>
            <a:srgbClr val="FFC6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2870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805940" y="4754880"/>
            <a:ext cx="1545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Use three everyday moves: summarize, rewrite for an audience, make a table.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1028700" y="5623560"/>
            <a:ext cx="502920" cy="502920"/>
          </a:xfrm>
          <a:prstGeom prst="ellipse">
            <a:avLst/>
          </a:prstGeom>
          <a:solidFill>
            <a:srgbClr val="FFC6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2870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1805940" y="5623560"/>
            <a:ext cx="1545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Check the answer before you use it.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1028700" y="6492240"/>
            <a:ext cx="502920" cy="502920"/>
          </a:xfrm>
          <a:prstGeom prst="ellipse">
            <a:avLst/>
          </a:prstGeom>
          <a:solidFill>
            <a:srgbClr val="FFC6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28700" y="6492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805940" y="6492240"/>
            <a:ext cx="1545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Save one prompt you can reuse.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" y="8686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WELCOME BACK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28700" y="1188720"/>
            <a:ext cx="1623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Did Your Core 1 Task Go?</a:t>
            </a:r>
            <a:endParaRPr lang="en-US" sz="5500" dirty="0"/>
          </a:p>
        </p:txBody>
      </p:sp>
      <p:sp>
        <p:nvSpPr>
          <p:cNvPr id="4" name="Shape 2"/>
          <p:cNvSpPr/>
          <p:nvPr/>
        </p:nvSpPr>
        <p:spPr>
          <a:xfrm>
            <a:off x="1028700" y="210312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9646920"/>
            <a:ext cx="16230600" cy="0"/>
          </a:xfrm>
          <a:prstGeom prst="line">
            <a:avLst/>
          </a:prstGeom>
          <a:noFill/>
          <a:ln w="9525">
            <a:solidFill>
              <a:srgbClr val="D0D3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441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28700" y="2697480"/>
            <a:ext cx="1490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At the end of Core 1 you tried one weekly task with ChatGPT Edu. Turn to a neighbor: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1028700" y="3840480"/>
            <a:ext cx="1490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What did you try?</a:t>
            </a:r>
            <a:endParaRPr lang="en-US" sz="2500" dirty="0"/>
          </a:p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Did it save time? What did you have to fix?</a:t>
            </a:r>
            <a:endParaRPr lang="en-US" sz="2500" dirty="0"/>
          </a:p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Didn't get to it? Today is the day. Pick the task now.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" y="33832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C6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SECTION 01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28700" y="3749040"/>
            <a:ext cx="1623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Fits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1028700" y="507492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8700" y="548640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7D2D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Which tasks to start with, and which tool to open.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1279606903/-Users-daq26-Library-CloudStorage-OneDrive-DrexelUniversity-Anthropic-AI-for-UH-Course-workshop-website/f22b16b1-71f0-4e6b-b603-aa7f51f0b99e/scratchpad/w2img/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1279606903/-Users-daq26-Library-CloudStorage-OneDrive-DrexelUniversity-Anthropic-AI-for-UH-Course-workshop-website/f22b16b1-71f0-4e6b-b603-aa7f51f0b99e/scratchpad/w2img/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" y="8686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WHICH TOOL TO OPEN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28700" y="1188720"/>
            <a:ext cx="1623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Tools, Same Steps</a:t>
            </a:r>
            <a:endParaRPr lang="en-US" sz="5500" dirty="0"/>
          </a:p>
        </p:txBody>
      </p:sp>
      <p:sp>
        <p:nvSpPr>
          <p:cNvPr id="4" name="Shape 2"/>
          <p:cNvSpPr/>
          <p:nvPr/>
        </p:nvSpPr>
        <p:spPr>
          <a:xfrm>
            <a:off x="1028700" y="210312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9646920"/>
            <a:ext cx="16230600" cy="0"/>
          </a:xfrm>
          <a:prstGeom prst="line">
            <a:avLst/>
          </a:prstGeom>
          <a:noFill/>
          <a:ln w="9525">
            <a:solidFill>
              <a:srgbClr val="D0D3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441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28700" y="2697480"/>
            <a:ext cx="50292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28700" y="2697480"/>
            <a:ext cx="5029200" cy="91440"/>
          </a:xfrm>
          <a:prstGeom prst="rect">
            <a:avLst/>
          </a:prstGeom>
          <a:solidFill>
            <a:srgbClr val="07294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394460" y="30175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Chat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394460" y="393192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m365.cloud.microsoft/chat, signed in with your Drexel account. Good for quick summaries and rewrites of Drexel documents and email.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629400" y="2697480"/>
            <a:ext cx="50292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29400" y="2697480"/>
            <a:ext cx="5029200" cy="91440"/>
          </a:xfrm>
          <a:prstGeom prst="rect">
            <a:avLst/>
          </a:prstGeom>
          <a:solidFill>
            <a:srgbClr val="00669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95160" y="30175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Edu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393192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Drexel workspace you used in Core 1. Good for longer drafting, going back and forth, and (in Core 3) saved assistants.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2230100" y="2697480"/>
            <a:ext cx="50292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230100" y="2697480"/>
            <a:ext cx="5029200" cy="91440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2595860" y="30175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Steps in Both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12595860" y="393192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Paste the text, or upload the file with the + button. Ask. Check. Copy the answer back into your document.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028700" y="6675120"/>
            <a:ext cx="16230600" cy="914400"/>
          </a:xfrm>
          <a:prstGeom prst="rect">
            <a:avLst/>
          </a:prstGeom>
          <a:solidFill>
            <a:srgbClr val="FFF8DB"/>
          </a:solidFill>
          <a:ln/>
        </p:spPr>
      </p:sp>
      <p:sp>
        <p:nvSpPr>
          <p:cNvPr id="22" name="Shape 19"/>
          <p:cNvSpPr/>
          <p:nvPr/>
        </p:nvSpPr>
        <p:spPr>
          <a:xfrm>
            <a:off x="1028700" y="6675120"/>
            <a:ext cx="82296" cy="914400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348740" y="6675120"/>
            <a:ext cx="1568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No Copilot inside Word or Excel at Drexel. You don't need it: upload the file or paste the text, then copy the answer back.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" y="8686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TOOLS &amp; DATA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28700" y="1188720"/>
            <a:ext cx="1623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Data Rule as Core 1</a:t>
            </a:r>
            <a:endParaRPr lang="en-US" sz="5500" dirty="0"/>
          </a:p>
        </p:txBody>
      </p:sp>
      <p:sp>
        <p:nvSpPr>
          <p:cNvPr id="4" name="Shape 2"/>
          <p:cNvSpPr/>
          <p:nvPr/>
        </p:nvSpPr>
        <p:spPr>
          <a:xfrm>
            <a:off x="1028700" y="210312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9646920"/>
            <a:ext cx="16230600" cy="0"/>
          </a:xfrm>
          <a:prstGeom prst="line">
            <a:avLst/>
          </a:prstGeom>
          <a:noFill/>
          <a:ln w="9525">
            <a:solidFill>
              <a:srgbClr val="D0D3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441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28700" y="2697480"/>
            <a:ext cx="7863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28700" y="2697480"/>
            <a:ext cx="7863840" cy="777240"/>
          </a:xfrm>
          <a:prstGeom prst="rect">
            <a:avLst/>
          </a:prstGeom>
          <a:solidFill>
            <a:srgbClr val="00669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348740" y="26974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 to use</a:t>
            </a:r>
            <a:endParaRPr lang="en-US" sz="2900" dirty="0"/>
          </a:p>
        </p:txBody>
      </p:sp>
      <p:sp>
        <p:nvSpPr>
          <p:cNvPr id="12" name="Text 9"/>
          <p:cNvSpPr txBox="1"/>
          <p:nvPr/>
        </p:nvSpPr>
        <p:spPr>
          <a:xfrm>
            <a:off x="1348740" y="3749040"/>
            <a:ext cx="7223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Your own drafts, notes, and announcements</a:t>
            </a:r>
            <a:endParaRPr lang="en-US" sz="2400" dirty="0"/>
          </a:p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Committee and project email without sensitive details</a:t>
            </a:r>
            <a:endParaRPr lang="en-US" sz="2400" dirty="0"/>
          </a:p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Public documents and published papers</a:t>
            </a:r>
            <a:endParaRPr lang="en-US" sz="2400" dirty="0"/>
          </a:p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Made-up versions of anything sensitive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9395460" y="2697480"/>
            <a:ext cx="7863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95460" y="2697480"/>
            <a:ext cx="7863840" cy="777240"/>
          </a:xfrm>
          <a:prstGeom prst="rect">
            <a:avLst/>
          </a:prstGeom>
          <a:solidFill>
            <a:srgbClr val="971B2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715500" y="26974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paste in</a:t>
            </a:r>
            <a:endParaRPr lang="en-US" sz="2900" dirty="0"/>
          </a:p>
        </p:txBody>
      </p:sp>
      <p:sp>
        <p:nvSpPr>
          <p:cNvPr id="16" name="Text 13"/>
          <p:cNvSpPr txBox="1"/>
          <p:nvPr/>
        </p:nvSpPr>
        <p:spPr>
          <a:xfrm>
            <a:off x="9715500" y="3749040"/>
            <a:ext cx="7223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Health information about a person</a:t>
            </a:r>
            <a:endParaRPr lang="en-US" sz="2400" dirty="0"/>
          </a:p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Student records or Social Security numbers</a:t>
            </a:r>
            <a:endParaRPr lang="en-US" sz="2400" dirty="0"/>
          </a:p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Identifiable research data</a:t>
            </a:r>
            <a:endParaRPr lang="en-US" sz="2400" dirty="0"/>
          </a:p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When in doubt, leave it out or make the details up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" y="33832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C6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SECTION 02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28700" y="3749040"/>
            <a:ext cx="1623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Before You Use It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1028700" y="507492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8700" y="548640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7D2D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Three quick questions before anything leaves your hands.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1279606903/-Users-daq26-Library-CloudStorage-OneDrive-DrexelUniversity-Anthropic-AI-for-UH-Course-workshop-website/f22b16b1-71f0-4e6b-b603-aa7f51f0b99e/scratchpad/w2img/s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26517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0" b="1" dirty="0">
                <a:solidFill>
                  <a:srgbClr val="FFC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4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3931920"/>
            <a:ext cx="1463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can’t open it, you can’t cite it.</a:t>
            </a:r>
            <a:endParaRPr lang="en-US" sz="5500" dirty="0"/>
          </a:p>
        </p:txBody>
      </p:sp>
      <p:sp>
        <p:nvSpPr>
          <p:cNvPr id="4" name="Shape 2"/>
          <p:cNvSpPr/>
          <p:nvPr/>
        </p:nvSpPr>
        <p:spPr>
          <a:xfrm>
            <a:off x="1737360" y="5486400"/>
            <a:ext cx="64008" cy="822960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1168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rule worth keeping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5897880"/>
            <a:ext cx="1280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Treat every AI-supplied figure as unverified until you’ve confirmed it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" y="33832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C6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SECTION 03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28700" y="3749040"/>
            <a:ext cx="1623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1028700" y="507492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8700" y="548640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7D2D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Upload a file together, then pick one everyday job, then your own task. Demo files are on the workshop page.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" y="8686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GUIDED START · ~5 MIN · FOLLOW ALONG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28700" y="1188720"/>
            <a:ext cx="1623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a File to Copilot Chat</a:t>
            </a:r>
            <a:endParaRPr lang="en-US" sz="5500" dirty="0"/>
          </a:p>
        </p:txBody>
      </p:sp>
      <p:sp>
        <p:nvSpPr>
          <p:cNvPr id="4" name="Shape 2"/>
          <p:cNvSpPr/>
          <p:nvPr/>
        </p:nvSpPr>
        <p:spPr>
          <a:xfrm>
            <a:off x="1028700" y="210312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9646920"/>
            <a:ext cx="16230600" cy="0"/>
          </a:xfrm>
          <a:prstGeom prst="line">
            <a:avLst/>
          </a:prstGeom>
          <a:noFill/>
          <a:ln w="9525">
            <a:solidFill>
              <a:srgbClr val="D0D3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441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28700" y="2697480"/>
            <a:ext cx="502920" cy="502920"/>
          </a:xfrm>
          <a:prstGeom prst="ellipse">
            <a:avLst/>
          </a:prstGeom>
          <a:solidFill>
            <a:srgbClr val="FFC6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287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05940" y="2697480"/>
            <a:ext cx="1545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Download Workshop2_Demo_StudyDescription.docx from the Core 2 page.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1028700" y="3566160"/>
            <a:ext cx="502920" cy="502920"/>
          </a:xfrm>
          <a:prstGeom prst="ellipse">
            <a:avLst/>
          </a:prstGeom>
          <a:solidFill>
            <a:srgbClr val="FFC6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287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805940" y="3566160"/>
            <a:ext cx="1545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Go to m365.cloud.microsoft/chat and sign in with your Drexel account. Look for the shield icon.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1028700" y="4434840"/>
            <a:ext cx="502920" cy="502920"/>
          </a:xfrm>
          <a:prstGeom prst="ellipse">
            <a:avLst/>
          </a:prstGeom>
          <a:solidFill>
            <a:srgbClr val="FFC6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287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805940" y="4434840"/>
            <a:ext cx="1545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Click + next to the message box and upload the file (or paste the text).</a:t>
            </a:r>
            <a:endParaRPr lang="en-US" sz="2500" dirty="0"/>
          </a:p>
        </p:txBody>
      </p:sp>
      <p:sp>
        <p:nvSpPr>
          <p:cNvPr id="18" name="Shape 15"/>
          <p:cNvSpPr/>
          <p:nvPr/>
        </p:nvSpPr>
        <p:spPr>
          <a:xfrm>
            <a:off x="1028700" y="5303520"/>
            <a:ext cx="502920" cy="502920"/>
          </a:xfrm>
          <a:prstGeom prst="ellipse">
            <a:avLst/>
          </a:prstGeom>
          <a:solidFill>
            <a:srgbClr val="FFC6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2870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1805940" y="5303520"/>
            <a:ext cx="1545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Type: “Summarize this document in 5 bullet points for a project status update.”</a:t>
            </a:r>
            <a:endParaRPr lang="en-US" sz="2500" dirty="0"/>
          </a:p>
        </p:txBody>
      </p:sp>
      <p:sp>
        <p:nvSpPr>
          <p:cNvPr id="21" name="Shape 18"/>
          <p:cNvSpPr/>
          <p:nvPr/>
        </p:nvSpPr>
        <p:spPr>
          <a:xfrm>
            <a:off x="1028700" y="6172200"/>
            <a:ext cx="502920" cy="502920"/>
          </a:xfrm>
          <a:prstGeom prst="ellipse">
            <a:avLst/>
          </a:prstGeom>
          <a:solidFill>
            <a:srgbClr val="FFC6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28700" y="6172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805940" y="6172200"/>
            <a:ext cx="1545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Follow up: “Now make it 3 bullets for a busy dean.”</a:t>
            </a:r>
            <a:endParaRPr lang="en-US" sz="2500" dirty="0"/>
          </a:p>
        </p:txBody>
      </p:sp>
      <p:sp>
        <p:nvSpPr>
          <p:cNvPr id="24" name="Text 21"/>
          <p:cNvSpPr txBox="1"/>
          <p:nvPr/>
        </p:nvSpPr>
        <p:spPr>
          <a:xfrm>
            <a:off x="1028700" y="7132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same steps work in ChatGPT Edu.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" y="8686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ACTIVITY 1 · ~20 MIN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28700" y="1188720"/>
            <a:ext cx="1623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Everyday Jobs: Pick One</a:t>
            </a:r>
            <a:endParaRPr lang="en-US" sz="5500" dirty="0"/>
          </a:p>
        </p:txBody>
      </p:sp>
      <p:sp>
        <p:nvSpPr>
          <p:cNvPr id="4" name="Shape 2"/>
          <p:cNvSpPr/>
          <p:nvPr/>
        </p:nvSpPr>
        <p:spPr>
          <a:xfrm>
            <a:off x="1028700" y="210312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9646920"/>
            <a:ext cx="16230600" cy="0"/>
          </a:xfrm>
          <a:prstGeom prst="line">
            <a:avLst/>
          </a:prstGeom>
          <a:noFill/>
          <a:ln w="9525">
            <a:solidFill>
              <a:srgbClr val="D0D3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441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28700" y="2606040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Use Copilot Chat or ChatGPT Edu. Upload the demo file or use your own non-sensitive material. Three prompts each; the next slides show them.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1028700" y="3931920"/>
            <a:ext cx="5029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8700" y="3931920"/>
            <a:ext cx="5029200" cy="91440"/>
          </a:xfrm>
          <a:prstGeom prst="rect">
            <a:avLst/>
          </a:prstGeom>
          <a:solidFill>
            <a:srgbClr val="0729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394460" y="42519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A · A Document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394460" y="5166360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Summarize a study description, rewrite it for a community board, draft next steps.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629400" y="3931920"/>
            <a:ext cx="5029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29400" y="3931920"/>
            <a:ext cx="5029200" cy="91440"/>
          </a:xfrm>
          <a:prstGeom prst="rect">
            <a:avLst/>
          </a:prstGeom>
          <a:solidFill>
            <a:srgbClr val="00669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995160" y="42519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B · An Email Thread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995160" y="5166360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Find the decisions and open questions, make an action-item table, draft the reply.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2230100" y="3931920"/>
            <a:ext cx="5029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230100" y="3931920"/>
            <a:ext cx="5029200" cy="91440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2595860" y="42519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C · A Spreadsheet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2595860" y="5166360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Find what stands out, get an Excel formula to flag rows, pick a chart.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1279606903/-Users-daq26-Library-CloudStorage-OneDrive-DrexelUniversity-Anthropic-AI-for-UH-Course-workshop-website/f22b16b1-71f0-4e6b-b603-aa7f51f0b99e/scratchpad/w2img/s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1279606903/-Users-daq26-Library-CloudStorage-OneDrive-DrexelUniversity-Anthropic-AI-for-UH-Course-workshop-website/f22b16b1-71f0-4e6b-b603-aa7f51f0b99e/scratchpad/w2img/s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1279606903/-Users-daq26-Library-CloudStorage-OneDrive-DrexelUniversity-Anthropic-AI-for-UH-Course-workshop-website/f22b16b1-71f0-4e6b-b603-aa7f51f0b99e/scratchpad/w2img/s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1279606903/-Users-daq26-Library-CloudStorage-OneDrive-DrexelUniversity-Anthropic-AI-for-UH-Course-workshop-website/f22b16b1-71f0-4e6b-b603-aa7f51f0b99e/scratchpad/w2img/s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" y="8686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WRAP-UP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28700" y="1188720"/>
            <a:ext cx="1623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Take Away</a:t>
            </a:r>
            <a:endParaRPr lang="en-US" sz="5500" dirty="0"/>
          </a:p>
        </p:txBody>
      </p:sp>
      <p:sp>
        <p:nvSpPr>
          <p:cNvPr id="4" name="Shape 2"/>
          <p:cNvSpPr/>
          <p:nvPr/>
        </p:nvSpPr>
        <p:spPr>
          <a:xfrm>
            <a:off x="1028700" y="210312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9646920"/>
            <a:ext cx="16230600" cy="0"/>
          </a:xfrm>
          <a:prstGeom prst="line">
            <a:avLst/>
          </a:prstGeom>
          <a:noFill/>
          <a:ln w="9525">
            <a:solidFill>
              <a:srgbClr val="D0D3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44100" y="9784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28700" y="269748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Paste or upload, ask, check, copy the answer back. Copilot Chat or ChatGPT Edu both work.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1028700" y="3749040"/>
            <a:ext cx="1490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Three moves cover most weekly tasks: summarize, rewrite for an audience, make a table.</a:t>
            </a:r>
            <a:endParaRPr lang="en-US" sz="2500" dirty="0"/>
          </a:p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Before you use it: Verified? Disclosed? Yours?</a:t>
            </a:r>
            <a:endParaRPr lang="en-US" sz="2500" dirty="0"/>
          </a:p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Save the prompts that work as recipes.</a:t>
            </a:r>
            <a:endParaRPr lang="en-US" sz="2500" dirty="0"/>
          </a:p>
          <a:p>
            <a:pPr marL="279400" indent="-279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Before Core 3: save two recipes and use one again next week. Bring them.</a:t>
            </a:r>
            <a:endParaRPr lang="en-US" sz="2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" y="859536"/>
            <a:ext cx="4480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39596" y="987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Drexel University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39596" y="1417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8700" y="4069080"/>
            <a:ext cx="1623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C6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28700" y="4434840"/>
            <a:ext cx="1623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8900" dirty="0"/>
          </a:p>
        </p:txBody>
      </p:sp>
      <p:sp>
        <p:nvSpPr>
          <p:cNvPr id="7" name="Shape 5"/>
          <p:cNvSpPr/>
          <p:nvPr/>
        </p:nvSpPr>
        <p:spPr>
          <a:xfrm>
            <a:off x="1028700" y="6035040"/>
            <a:ext cx="777240" cy="73152"/>
          </a:xfrm>
          <a:prstGeom prst="rect">
            <a:avLst/>
          </a:prstGeom>
          <a:solidFill>
            <a:srgbClr val="FFC6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8700" y="6400800"/>
            <a:ext cx="1417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7D2D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Next: Core 3 — Reusable Assistants. Turn your saved recipes into shared Projects and custom GPTs.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8686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Alex Quistberg, PhD, MPH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90708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FB3CC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daq26@drexel.edu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90708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dirty="0">
                <a:solidFill>
                  <a:srgbClr val="9FB3CC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Department of Environmental &amp; Occupational Health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2 — Workflow Enhancement</dc:title>
  <dc:subject>PptxGenJS Presentation</dc:subject>
  <dc:creator>Alex Quistberg</dc:creator>
  <cp:lastModifiedBy>Alex Quistberg</cp:lastModifiedBy>
  <cp:revision>1</cp:revision>
  <dcterms:created xsi:type="dcterms:W3CDTF">2026-10-27T13:33:19Z</dcterms:created>
  <dcterms:modified xsi:type="dcterms:W3CDTF">2026-10-27T13:33:19Z</dcterms:modified>
</cp:coreProperties>
</file>