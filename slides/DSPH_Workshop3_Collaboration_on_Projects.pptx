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90600" y="838200"/>
            <a:ext cx="3442246" cy="900113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1009650"/>
            <a:ext cx="3283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Drexel University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219200" y="1347788"/>
            <a:ext cx="32835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4700498" y="838200"/>
            <a:ext cx="259690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FB3CC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Department of Environmental &amp; Occupational Health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481965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288" kern="0" dirty="0">
                <a:solidFill>
                  <a:srgbClr val="FFC6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AI WORKSHOPS FOR DSPH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5276850"/>
            <a:ext cx="16796004" cy="201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on Projects</a:t>
            </a:r>
            <a:endParaRPr lang="en-US" sz="7800" dirty="0"/>
          </a:p>
        </p:txBody>
      </p:sp>
      <p:sp>
        <p:nvSpPr>
          <p:cNvPr id="8" name="Shape 6"/>
          <p:cNvSpPr/>
          <p:nvPr/>
        </p:nvSpPr>
        <p:spPr>
          <a:xfrm>
            <a:off x="990600" y="7581900"/>
            <a:ext cx="857250" cy="57150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90600" y="7905750"/>
            <a:ext cx="1125185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DBE4E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Use AI for meetings, project planning, shared prompts, and team documents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90600" y="8820150"/>
            <a:ext cx="6440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Alex Quistberg, PhD, MPH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0600" y="9153525"/>
            <a:ext cx="64408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FB3CC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Associate Research Professor · Department of Environmental &amp; Occupational Health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4360262" y="9153525"/>
            <a:ext cx="29371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dirty="0">
                <a:solidFill>
                  <a:srgbClr val="9FB3CC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Workshop 3 · July 14, 2026</a:t>
            </a:r>
            <a:endParaRPr lang="en-US" sz="17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685800"/>
            <a:ext cx="181051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264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WHAT YOU'LL LEAVE WITH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810512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&amp; Objectives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1813471"/>
            <a:ext cx="609600" cy="47625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4397573"/>
            <a:ext cx="476250" cy="476250"/>
          </a:xfrm>
          <a:prstGeom prst="ellipse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76300" y="4397573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4459486"/>
            <a:ext cx="74599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Turn meeting notes into recaps, decisions, and actions.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5045273"/>
            <a:ext cx="476250" cy="476250"/>
          </a:xfrm>
          <a:prstGeom prst="ellipse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76300" y="5045273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5107186"/>
            <a:ext cx="791444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Use AI to draft and pressure-test a project plan.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5692973"/>
            <a:ext cx="476250" cy="476250"/>
          </a:xfrm>
          <a:prstGeom prst="ellipse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76300" y="5692973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5754886"/>
            <a:ext cx="758734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Set up a shared Project in ChatGPT Edu for your team.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6340673"/>
            <a:ext cx="476250" cy="476250"/>
          </a:xfrm>
          <a:prstGeom prst="ellipse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76300" y="6340673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6402586"/>
            <a:ext cx="77782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Build a custom GPT your team can reuse internally.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6988373"/>
            <a:ext cx="476250" cy="476250"/>
          </a:xfrm>
          <a:prstGeom prst="ellipse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76300" y="6988373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7050286"/>
            <a:ext cx="749566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Apply data and consent rules to shared AI use.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9677400"/>
            <a:ext cx="16459200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9801225"/>
            <a:ext cx="34967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" kern="0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142666" y="9801225"/>
            <a:ext cx="24540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3499545"/>
            <a:ext cx="177698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spc="420" kern="0" dirty="0">
                <a:solidFill>
                  <a:srgbClr val="FFC6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SECTION 01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3000" y="4013895"/>
            <a:ext cx="16639032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Solo to Team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143000" y="5976045"/>
            <a:ext cx="7992695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250" dirty="0">
                <a:solidFill>
                  <a:srgbClr val="DBE4E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AI helps most on shared work: it captures what happened, structures what’s next, and standardizes how the group works.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685800"/>
            <a:ext cx="181051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264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THREE TEAM TOOLS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810512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Carries the Session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1813471"/>
            <a:ext cx="609600" cy="47625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184946"/>
            <a:ext cx="5321201" cy="7492454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7294D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9667875"/>
            <a:ext cx="5321201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84946"/>
            <a:ext cx="5321201" cy="38100"/>
          </a:xfrm>
          <a:prstGeom prst="rect">
            <a:avLst/>
          </a:prstGeom>
          <a:solidFill>
            <a:srgbClr val="07294D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14400" y="2184946"/>
            <a:ext cx="9525" cy="7492454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26076" y="2184946"/>
            <a:ext cx="9525" cy="7492454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90625" y="2470696"/>
            <a:ext cx="5245626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75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Projects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190625" y="2869704"/>
            <a:ext cx="4911813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team workspace in ChatGPT Edu: one place for related chats, uploaded files, and custom instructions everyone shares.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6483251" y="2184946"/>
            <a:ext cx="5321350" cy="7492454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7294D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83251" y="9667875"/>
            <a:ext cx="5321350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83251" y="2184946"/>
            <a:ext cx="5321350" cy="38100"/>
          </a:xfrm>
          <a:prstGeom prst="rect">
            <a:avLst/>
          </a:prstGeom>
          <a:solidFill>
            <a:srgbClr val="006699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83251" y="2184946"/>
            <a:ext cx="9525" cy="7492454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795075" y="2184946"/>
            <a:ext cx="9525" cy="7492454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59476" y="2470696"/>
            <a:ext cx="524579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75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GPTs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6759476" y="2869704"/>
            <a:ext cx="4911967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Reusable assistants you set up once with your own instructions and reference files, then share inside the Drexel workspace.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2052250" y="2184946"/>
            <a:ext cx="5321350" cy="7492454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7294D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2052250" y="9667875"/>
            <a:ext cx="5321350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2052250" y="2184946"/>
            <a:ext cx="5321350" cy="38100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2052250" y="2184946"/>
            <a:ext cx="9525" cy="7492454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7364075" y="2184946"/>
            <a:ext cx="9525" cy="7492454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2328475" y="2470696"/>
            <a:ext cx="524579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75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Prompt Library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12328475" y="2869704"/>
            <a:ext cx="4911967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running document of prompts that worked — the cheapest, highest-return habit a team can start.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914400" y="9677400"/>
            <a:ext cx="16459200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4400" y="9801225"/>
            <a:ext cx="34967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" kern="0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142666" y="9801225"/>
            <a:ext cx="24540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685800"/>
            <a:ext cx="181051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264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WHICH IS WHICH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810512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vs. Custom GPT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1813471"/>
            <a:ext cx="609600" cy="47625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184946"/>
            <a:ext cx="8086725" cy="7492454"/>
          </a:xfrm>
          <a:prstGeom prst="roundRect">
            <a:avLst>
              <a:gd name="adj" fmla="val 1271"/>
            </a:avLst>
          </a:prstGeom>
          <a:ln w="9525">
            <a:solidFill>
              <a:srgbClr val="D0D3D4"/>
            </a:solidFill>
            <a:prstDash val="solid"/>
          </a:ln>
          <a:effectLst>
            <a:outerShdw sx="100000" sy="100000" kx="0" ky="0" algn="bl" rotWithShape="0" blurRad="28575" dist="9525" dir="5400000">
              <a:srgbClr val="07294D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23925" y="2194471"/>
            <a:ext cx="8067675" cy="676275"/>
          </a:xfrm>
          <a:prstGeom prst="rect">
            <a:avLst/>
          </a:prstGeom>
          <a:solidFill>
            <a:srgbClr val="971B2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71575" y="2365921"/>
            <a:ext cx="78144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 Project when…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23925" y="2870746"/>
            <a:ext cx="8067675" cy="67971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59205" y="3099346"/>
            <a:ext cx="7541895" cy="1299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team collaborates on an ongoing body of work</a:t>
            </a:r>
            <a:endParaRPr lang="en-US" sz="1800" dirty="0"/>
          </a:p>
          <a:p>
            <a:pPr algn="l" marL="160020" indent="-160020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You need shared chats, files, and instructions in one place</a:t>
            </a:r>
            <a:endParaRPr lang="en-US" sz="1800" dirty="0"/>
          </a:p>
          <a:p>
            <a:pPr algn="l" marL="160020" indent="-160020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Example: co-writing a brief over several weeks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86875" y="2184946"/>
            <a:ext cx="8086725" cy="7492454"/>
          </a:xfrm>
          <a:prstGeom prst="roundRect">
            <a:avLst>
              <a:gd name="adj" fmla="val 1271"/>
            </a:avLst>
          </a:prstGeom>
          <a:ln w="9525">
            <a:solidFill>
              <a:srgbClr val="D0D3D4"/>
            </a:solidFill>
            <a:prstDash val="solid"/>
          </a:ln>
          <a:effectLst>
            <a:outerShdw sx="100000" sy="100000" kx="0" ky="0" algn="bl" rotWithShape="0" blurRad="28575" dist="9525" dir="5400000">
              <a:srgbClr val="07294D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296400" y="2194471"/>
            <a:ext cx="8067675" cy="676275"/>
          </a:xfrm>
          <a:prstGeom prst="rect">
            <a:avLst/>
          </a:prstGeom>
          <a:solidFill>
            <a:srgbClr val="00669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544050" y="2365921"/>
            <a:ext cx="78144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 custom GPT when…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296400" y="2870746"/>
            <a:ext cx="8067675" cy="67971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31680" y="3099346"/>
            <a:ext cx="7541895" cy="1299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You want a consistent tool for one repeated job</a:t>
            </a:r>
            <a:endParaRPr lang="en-US" sz="1800" dirty="0"/>
          </a:p>
          <a:p>
            <a:pPr algn="l" marL="160020" indent="-160020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Everyone needs the same output format every time</a:t>
            </a:r>
            <a:endParaRPr lang="en-US" sz="1800" dirty="0"/>
          </a:p>
          <a:p>
            <a:pPr algn="l" marL="160020" indent="-160020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Example: turning messy notes into a standard recap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9677400"/>
            <a:ext cx="16459200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9801225"/>
            <a:ext cx="34967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" kern="0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142666" y="9801225"/>
            <a:ext cx="24540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3499545"/>
            <a:ext cx="177698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spc="420" kern="0" dirty="0">
                <a:solidFill>
                  <a:srgbClr val="FFC6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SECTION 02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3000" y="4013895"/>
            <a:ext cx="16639032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 &amp; Governance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143000" y="5976045"/>
            <a:ext cx="7992695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250" dirty="0">
                <a:solidFill>
                  <a:srgbClr val="DBE4E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Data, consent, and equity — the questions that appear the moment AI use becomes shared.</a:t>
            </a:r>
            <a:endParaRPr lang="en-US" sz="2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685800"/>
            <a:ext cx="181051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264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SHARED-USE RULES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810512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 Team AI Use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1813471"/>
            <a:ext cx="609600" cy="47625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184946"/>
            <a:ext cx="9809217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moment AI use becomes shared, new questions appear: whose data is this, who agreed to it, and who has access?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82028" y="3513683"/>
            <a:ext cx="9532084" cy="138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0023" indent="-180023">
              <a:lnSpc>
                <a:spcPct val="150000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Keep sharing inside Drexel — invite “only those invited,” not “anyone with a link.”</a:t>
            </a:r>
            <a:endParaRPr lang="en-US" sz="2025" dirty="0"/>
          </a:p>
          <a:p>
            <a:pPr algn="l" marL="180023" indent="-180023">
              <a:lnSpc>
                <a:spcPct val="150000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No PHI, sensitive PII, confidential HR or contract material, or identifiable research data in shared files.</a:t>
            </a:r>
            <a:endParaRPr lang="en-US" sz="2025" dirty="0"/>
          </a:p>
          <a:p>
            <a:pPr algn="l" marL="180023" indent="-180023">
              <a:lnSpc>
                <a:spcPct val="150000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Match the tool and use case to Drexel’s data classification; a shared Project uses its own isolated memory.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14400" y="9677400"/>
            <a:ext cx="16459200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9801225"/>
            <a:ext cx="34967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" kern="0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142666" y="9801225"/>
            <a:ext cx="24540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3499545"/>
            <a:ext cx="177698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spc="420" kern="0" dirty="0">
                <a:solidFill>
                  <a:srgbClr val="FFC6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SECTION 03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3000" y="4013895"/>
            <a:ext cx="16639032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143000" y="5976045"/>
            <a:ext cx="7992695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250" dirty="0">
                <a:solidFill>
                  <a:srgbClr val="DBE4E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Turn raw inputs into project artifacts, then build and share a team workspace.</a:t>
            </a:r>
            <a:endParaRPr lang="en-US" sz="2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685800"/>
            <a:ext cx="181051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264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ACTIVITY 1 · ~13 MIN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810512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Meetings &amp; Project Planning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1813471"/>
            <a:ext cx="609600" cy="47625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184946"/>
            <a:ext cx="5321201" cy="7492454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7294D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9667875"/>
            <a:ext cx="5321201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84946"/>
            <a:ext cx="5321201" cy="38100"/>
          </a:xfrm>
          <a:prstGeom prst="rect">
            <a:avLst/>
          </a:prstGeom>
          <a:solidFill>
            <a:srgbClr val="07294D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14400" y="2184946"/>
            <a:ext cx="9525" cy="7492454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26076" y="2184946"/>
            <a:ext cx="9525" cy="7492454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90625" y="2470696"/>
            <a:ext cx="5245626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75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 to Recap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190625" y="2869704"/>
            <a:ext cx="4911813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Paste messy notes; ask for a 3-bullet summary, decisions, and an action-item table with owner and due date. It surfaces the gaps.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6483251" y="2184946"/>
            <a:ext cx="5321350" cy="7492454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7294D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83251" y="9667875"/>
            <a:ext cx="5321350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83251" y="2184946"/>
            <a:ext cx="5321350" cy="38100"/>
          </a:xfrm>
          <a:prstGeom prst="rect">
            <a:avLst/>
          </a:prstGeom>
          <a:solidFill>
            <a:srgbClr val="006699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83251" y="2184946"/>
            <a:ext cx="9525" cy="7492454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795075" y="2184946"/>
            <a:ext cx="9525" cy="7492454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59476" y="2470696"/>
            <a:ext cx="524579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75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 a Plan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6759476" y="2869704"/>
            <a:ext cx="4911967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Describe a project in a sentence; ask for phases, key tasks, a rough timeline, and the top 5 risks with mitigations.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2052250" y="2184946"/>
            <a:ext cx="5321350" cy="7492454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7294D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2052250" y="9667875"/>
            <a:ext cx="5321350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2052250" y="2184946"/>
            <a:ext cx="5321350" cy="38100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2052250" y="2184946"/>
            <a:ext cx="9525" cy="7492454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7364075" y="2184946"/>
            <a:ext cx="9525" cy="7492454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2328475" y="2470696"/>
            <a:ext cx="524579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75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Stress-Test It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12328475" y="2869704"/>
            <a:ext cx="4911967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Push back: “What am I missing?” “What would make this slip?” Use AI to find blind spots, not to write the final plan.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914400" y="9677400"/>
            <a:ext cx="16459200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4400" y="9801225"/>
            <a:ext cx="34967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" kern="0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142666" y="9801225"/>
            <a:ext cx="24540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685800"/>
            <a:ext cx="181051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264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ACTIVITY 2 · ~17 MIN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810512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and Share a Project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1813471"/>
            <a:ext cx="609600" cy="47625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184946"/>
            <a:ext cx="9809217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Build a shared Project so a team has one context — files, instructions, and chats — then share it with someone else in the session.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82028" y="3513683"/>
            <a:ext cx="9532084" cy="138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0023" indent="-180023">
              <a:lnSpc>
                <a:spcPct val="150000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Build — name it for real team work, add project instructions, upload one or two approved reference files.</a:t>
            </a:r>
            <a:endParaRPr lang="en-US" sz="2025" dirty="0"/>
          </a:p>
          <a:p>
            <a:pPr algn="l" marL="180023" indent="-180023">
              <a:lnSpc>
                <a:spcPct val="150000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Share — invite a partner with “Only those invited”; choose Can chat or Can edit.</a:t>
            </a:r>
            <a:endParaRPr lang="en-US" sz="2025" dirty="0"/>
          </a:p>
          <a:p>
            <a:pPr algn="l" marL="180023" indent="-180023">
              <a:lnSpc>
                <a:spcPct val="150000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Continue — have your partner pick up your chat and see they get the same context.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14400" y="9677400"/>
            <a:ext cx="16459200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9801225"/>
            <a:ext cx="34967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" kern="0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142666" y="9801225"/>
            <a:ext cx="24540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685800"/>
            <a:ext cx="181051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264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ACTIVITY 3 · ~6 MIN (OPTIONAL)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810512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GPT + Prompt Library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1813471"/>
            <a:ext cx="609600" cy="47625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184946"/>
            <a:ext cx="9809217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Create one reusable team tool and start the habit that keeps it going.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82028" y="3513683"/>
            <a:ext cx="9532084" cy="138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0023" indent="-180023">
              <a:lnSpc>
                <a:spcPct val="150000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Build a custom GPT for a repeated job — clear instructions, optional reference files, a consistent format.</a:t>
            </a:r>
            <a:endParaRPr lang="en-US" sz="2025" dirty="0"/>
          </a:p>
          <a:p>
            <a:pPr algn="l" marL="180023" indent="-180023">
              <a:lnSpc>
                <a:spcPct val="150000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Start a shared prompt library in Teams/SharePoint — title, prompt with placeholders, and a one-line “use when.”</a:t>
            </a:r>
            <a:endParaRPr lang="en-US" sz="2025" dirty="0"/>
          </a:p>
          <a:p>
            <a:pPr algn="l" marL="180023" indent="-180023">
              <a:lnSpc>
                <a:spcPct val="150000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Agree on one norm: where it lives, and that anyone can add to it.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14400" y="9677400"/>
            <a:ext cx="16459200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9801225"/>
            <a:ext cx="34967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" kern="0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142666" y="9801225"/>
            <a:ext cx="24540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685800"/>
            <a:ext cx="181051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264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WRAP-UP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810512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Take Away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1813471"/>
            <a:ext cx="609600" cy="47625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184946"/>
            <a:ext cx="9809217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AI helps teams by capturing meetings, structuring plans, and standardizing how the group works.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82028" y="3513683"/>
            <a:ext cx="9532084" cy="138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0023" indent="-180023">
              <a:lnSpc>
                <a:spcPct val="150000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shared Project gives a team one context, so no one re-explains the basics.</a:t>
            </a:r>
            <a:endParaRPr lang="en-US" sz="2025" dirty="0"/>
          </a:p>
          <a:p>
            <a:pPr algn="l" marL="180023" indent="-180023">
              <a:lnSpc>
                <a:spcPct val="150000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Custom GPTs turn a good prompt into an internally shared tool.</a:t>
            </a:r>
            <a:endParaRPr lang="en-US" sz="2025" dirty="0"/>
          </a:p>
          <a:p>
            <a:pPr algn="l" marL="180023" indent="-180023">
              <a:lnSpc>
                <a:spcPct val="150000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1C253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Team commitment: name one thing your team will set up this month.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14400" y="9677400"/>
            <a:ext cx="16459200" cy="9525"/>
          </a:xfrm>
          <a:prstGeom prst="rect">
            <a:avLst/>
          </a:prstGeom>
          <a:solidFill>
            <a:srgbClr val="D0D3D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9801225"/>
            <a:ext cx="34967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" kern="0" dirty="0">
                <a:solidFill>
                  <a:srgbClr val="07294D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Environmental &amp; Occupational Health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142666" y="9801225"/>
            <a:ext cx="24540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6571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90600" y="838200"/>
            <a:ext cx="3442246" cy="900113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1009650"/>
            <a:ext cx="3283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dirty="0">
                <a:solidFill>
                  <a:srgbClr val="072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Drexel University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219200" y="1347788"/>
            <a:ext cx="32835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00669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Dornsife School of Public Health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90600" y="5026819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288" kern="0" dirty="0">
                <a:solidFill>
                  <a:srgbClr val="FFC60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5484019"/>
            <a:ext cx="16796004" cy="1825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6900" dirty="0"/>
          </a:p>
        </p:txBody>
      </p:sp>
      <p:sp>
        <p:nvSpPr>
          <p:cNvPr id="7" name="Shape 5"/>
          <p:cNvSpPr/>
          <p:nvPr/>
        </p:nvSpPr>
        <p:spPr>
          <a:xfrm>
            <a:off x="990600" y="7595295"/>
            <a:ext cx="857250" cy="57150"/>
          </a:xfrm>
          <a:prstGeom prst="rect">
            <a:avLst/>
          </a:prstGeom>
          <a:solidFill>
            <a:srgbClr val="FFC60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90600" y="7919145"/>
            <a:ext cx="905321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DBE4E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Specialized sessions for research staff who code and analyze data are coming this summer or fall.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90600" y="8820150"/>
            <a:ext cx="36253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Alex Quistberg, PhD, MPH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90600" y="9153525"/>
            <a:ext cx="36253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FB3CC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daq26@drexel.edu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4311713" y="8858250"/>
            <a:ext cx="298568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dirty="0">
                <a:solidFill>
                  <a:srgbClr val="9FB3CC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Department of Environmental &amp; Occupational Health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2026-06-26T14:52:04Z</dcterms:created>
  <dcterms:modified xsi:type="dcterms:W3CDTF">2026-06-26T14:52:04Z</dcterms:modified>
</cp:coreProperties>
</file>